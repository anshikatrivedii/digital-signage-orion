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1234440"/>
            <a:ext cx="5852160" cy="3213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B1424"/>
                </a:solidFill>
                <a:latin typeface="Calibri"/>
              </a:rPr>
              <a:t>Feature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1206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Calibri"/>
              </a:rPr>
              <a:t>What is live in the client workspace, the internal platform portal,</a:t>
            </a:r>
          </a:p>
          <a:p>
            <a:pPr algn="ctr"/>
            <a:r>
              <a:rPr sz="1800" b="0">
                <a:solidFill>
                  <a:srgbClr val="475569"/>
                </a:solidFill>
                <a:latin typeface="Calibri"/>
              </a:rPr>
              <a:t>and how both drive Android players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Internal product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Two portals, one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Client operators run screens. Internal staff run tenants. They never share a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61848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63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Client workspace  ·  /app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911096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Login as Client dashboard.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Content, playlists, schedules, tickers, screens, India map, and proof of play.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Roles: Org Admin, Manager, Content Editor, Analyst Viewer — with VIEW / EDIT / MANAGE / CONTROL per feature.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046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Tenant-facing signage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161848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563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Platform portal  ·  /platform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11096"/>
            <a:ext cx="51206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Login as Platform portal.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Create organizations, set device limits, invite the first org admin, manage internal team.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Roles: Super Admin, Platform Admin, Sales, Support.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55046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Internal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HOW IT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Content to screen to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Spectra is the control plane. The Android player is the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Library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Upload media into folders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68296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08376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Playlists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024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Order assets &amp; durations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65192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Schedule / ticker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Time takeovers &amp; overlays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1928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8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2008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Screens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Pair, locate, configure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4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78824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78824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Player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Offline loop + sync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95560" y="1554480"/>
            <a:ext cx="1828800" cy="40233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835640" y="1874519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35640" y="19385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5288" y="2560320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Calibri"/>
              </a:rPr>
              <a:t>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3200400"/>
            <a:ext cx="1609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Proof of play logs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Dashboard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61848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636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Fleet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1109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Online, warning, and offline counts for paired screens.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1848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636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Playback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91109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Plays today and over the last 7 days, plus top screens.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4173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61848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6362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Library mix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91109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Share of video, image, web, and document assets.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Schedule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What is live or coming up on the calendar.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511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Screen Locations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India map of paired devices with valid install coordinates.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Recent operator and device events.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SCREENS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Device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Pair Android players, then operate each screen from a details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Fleet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6-character pairing code → device token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Spectra list shows paired devices only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Status, last sync, cache, player version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Assign or unassign a playlist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Reboot, unregister, or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Per-screen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Installation location: search or drop a pin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India-only search, save, and reverse geocode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Landscape / portrait and Stretch to Fit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Default durations: image, video, document, URL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▸  Targeted tickers for this screen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Library and playlists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Upload and organize media.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Types: image, video, document (PDF / Office), and URL.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Folders are for Spectra organization. The player still receives a flat ordered list.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Ready assets get download URLs for offline cache.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Playlists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Create, rename, reorder, and assign to screens.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Each slot can set an explicit duration, or stay blank to use that device’s default for the asset type.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Rule: playlist override always wins. Null means “ask the device.”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Campaigns were removed — playlists point straight at assets.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OVERLAYS AND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Tickers and scheduling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Tickers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Scrolling overlay on playlist content.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Speed: slow / normal / fast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Style: classic, neon, gradient, minimal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Position: top or bottom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Height: 10–20% of screen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Priority and colors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Scope: all devices, or selected screens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Device details can add a screen-only ticker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Time-boxed playlist takeovers.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Start and end date-time with timezone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One device or every device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Enable / disable without deleting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Status is derived: scheduled, active, completed, disabled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Players get nextContentChangeAt so a schedule start does not wait for the next heartbeat.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Proof of play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Players queue one log per play and upload to POST /api/player/pop-logs.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Today, yesterday, last 7 / 15 days, or a custom range. Device, status, folder,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KPIs &amp; 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Impressions, fidelity, engagement, device mix, top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Log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Device, playlist, asset, start, end, duration, verified / failed.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Excel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Same rows as the Spectra table. UTC stored, shown in the operator timezone.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511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Integrity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Retries are de-duplicated. Clock-skewed future stamps are stored but flagged.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Locations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Dashboard markers stay on saved Indian coordinates. No fake pins.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SCREEN 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India-only installation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6868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Admin-assigned coordinates are the source of truth for the dashboard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19072"/>
            <a:ext cx="7315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2763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Nominatim with countrycodes=in. Phoenix Mall, Lucknow, Delhi — Indian results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89504"/>
            <a:ext cx="7315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06624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798064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Save blocked outside India: “Please select a location in India.”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59936"/>
            <a:ext cx="7315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7705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Persist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68496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Latitude, longitude, address, city, state, country=India. Source stays ADMIN_ASSIGNED or GEOCODED.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82896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73152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47488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38928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Picker opens on India. Dashboard shows paired screens with valid coords. GPS cannot overwrite unless allowed.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SPECTRA  · 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Access and workspace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Invite members by email.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Roles: Org Admin, Manager, Content Editor, Analyst Viewer.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Per-feature permissions: Dashboard, Assets, Playlists, Schedule, Tickers, Devices, Reports, Team, Settings.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Read-only users see the same pages but cannot save.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Organization switcher for users in more than one tenant.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532120" cy="457200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1790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UI only / 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65376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Profile photo, theme, accent, and notification toggles are present in Settings chrome.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Several of those controls are local UI (toast save) rather than a full account-settings API.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Treat Access Management as the real settings product; the rest is 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59612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Do not demo as fully persisted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48088" y="91440"/>
            <a:ext cx="1837944" cy="1038652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ctr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46304"/>
            <a:ext cx="1691640" cy="9289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Calibri"/>
              </a:rPr>
              <a:t>PLATFORM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Internal command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Organizations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Create, activate, suspend client workspaces. Set a per-org device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First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Invite the org admin before handing over Spectra.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716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57276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51790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86537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Internal users, ownership, and support access.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Reminders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Internal alerts for ops follow-up.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511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Placeholder — labeled planned. Not a live subscription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3794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17273F"/>
          </a:solidFill>
          <a:ln w="12700">
            <a:solidFill>
              <a:srgbClr val="2A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28432" y="3995928"/>
            <a:ext cx="6400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941064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288536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Keep billing, support, and tenant setup out of the client workspace.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Spectra  ·  Feature overview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